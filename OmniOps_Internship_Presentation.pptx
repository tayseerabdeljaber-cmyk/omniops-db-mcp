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one line: I built an MCP server that lets an AI model query SQL databases safely, and it works with any database rather than one specific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scope change: it started as one data source and became a general server, because that is what would actually be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ordering is the interesting part. Discovery first, then query. That is what makes it generic.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carries the main idea. Flag the SQLite limitation here yourself rather than waiting to be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One sentence per box, then move on to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two calls. The point is that discovery works on a database the server was never told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pair is the most convincing thing in the deck. It works, and it refuses to do damage.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the last box. Naming the gap yourself lands better than being asked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tests cover the attacks, not just the happy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open question. It shows the project is understood, not just finished. Then offer to walk through the code or the write-up.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2344400" cy="7040880"/>
          </a:xfrm>
          <a:prstGeom prst="rect">
            <a:avLst/>
          </a:prstGeom>
          <a:solidFill>
            <a:srgbClr val="1A1D21"/>
          </a:solidFill>
          <a:ln w="12700">
            <a:solidFill>
              <a:srgbClr val="1A1D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 for SQL Databases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that connects an AI model to any SQL database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" y="4023360"/>
            <a:ext cx="1005840" cy="18288"/>
          </a:xfrm>
          <a:prstGeom prst="rect">
            <a:avLst/>
          </a:prstGeom>
          <a:solidFill>
            <a:srgbClr val="3A3F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79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Tayseer Abdeljaber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Internship  |  OmniOps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was asked to build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server is a controlled bridge. Instead of handing an AI model direct access to everything, the model gets a small set of tools and the server decides what actually runs.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21762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broad, then narrow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246888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plan was to connect one specific data source. After talking it through, that changed.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34107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any database, not one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370332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Bunyan has to reach whatever database a customer already runs, so the server had to be generic.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46451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tested, documented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07008" y="493776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default, with setup instructions clear enough for someone else to run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1143000"/>
            <a:ext cx="4023360" cy="4709160"/>
          </a:xfrm>
          <a:prstGeom prst="roundRect">
            <a:avLst>
              <a:gd name="adj" fmla="val 1818"/>
            </a:avLst>
          </a:prstGeom>
          <a:solidFill>
            <a:srgbClr val="1A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deliverables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3840" y="1965960"/>
            <a:ext cx="3429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MCP server with a README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with documented inputs and outputs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against a real MCP client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technical write-up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secrets, sensible validation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calls these in order: find the databases, look inside, then ask a question.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4E0"/>
            </a:solidFill>
            <a:prstDash val="solid"/>
          </a:ln>
          <a:effectLst>
            <a:outerShdw sx="100000" sy="100000" kx="0" ky="0" algn="bl" rotWithShape="0" blurRad="76200" dist="12700" dir="5400000">
              <a:srgbClr val="C9CC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01952"/>
            <a:ext cx="310896" cy="310896"/>
          </a:xfrm>
          <a:prstGeom prst="ellipse">
            <a:avLst/>
          </a:prstGeom>
          <a:solidFill>
            <a:srgbClr val="E8F1F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359152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list_data_sources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761488"/>
            <a:ext cx="2071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databases are set up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06140" y="164592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4E0"/>
            </a:solidFill>
            <a:prstDash val="solid"/>
          </a:ln>
          <a:effectLst>
            <a:outerShdw sx="100000" sy="100000" kx="0" ky="0" algn="bl" rotWithShape="0" blurRad="76200" dist="12700" dir="5400000">
              <a:srgbClr val="C9CCC7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2172" y="1901952"/>
            <a:ext cx="310896" cy="310896"/>
          </a:xfrm>
          <a:prstGeom prst="ellipse">
            <a:avLst/>
          </a:prstGeom>
          <a:solidFill>
            <a:srgbClr val="E8F1F0"/>
          </a:solidFill>
          <a:ln/>
        </p:spPr>
      </p:sp>
      <p:sp>
        <p:nvSpPr>
          <p:cNvPr id="11" name="Text 9"/>
          <p:cNvSpPr/>
          <p:nvPr/>
        </p:nvSpPr>
        <p:spPr>
          <a:xfrm>
            <a:off x="3662172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62172" y="2359152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list_tables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62172" y="2761488"/>
            <a:ext cx="2071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tables exist inside one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64592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4E0"/>
            </a:solidFill>
            <a:prstDash val="solid"/>
          </a:ln>
          <a:effectLst>
            <a:outerShdw sx="100000" sy="100000" kx="0" ky="0" algn="bl" rotWithShape="0" blurRad="76200" dist="12700" dir="5400000">
              <a:srgbClr val="C9CCC7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1901952"/>
            <a:ext cx="310896" cy="310896"/>
          </a:xfrm>
          <a:prstGeom prst="ellipse">
            <a:avLst/>
          </a:prstGeom>
          <a:solidFill>
            <a:srgbClr val="E8F1F0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2359152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describe_table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28232" y="2761488"/>
            <a:ext cx="2071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columns in a table, and their types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38260" y="164592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4E0"/>
            </a:solidFill>
            <a:prstDash val="solid"/>
          </a:ln>
          <a:effectLst>
            <a:outerShdw sx="100000" sy="100000" kx="0" ky="0" algn="bl" rotWithShape="0" blurRad="76200" dist="12700" dir="5400000">
              <a:srgbClr val="C9CCC7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94292" y="1901952"/>
            <a:ext cx="310896" cy="310896"/>
          </a:xfrm>
          <a:prstGeom prst="ellipse">
            <a:avLst/>
          </a:prstGeom>
          <a:solidFill>
            <a:srgbClr val="E8F1F0"/>
          </a:solidFill>
          <a:ln/>
        </p:spPr>
      </p:sp>
      <p:sp>
        <p:nvSpPr>
          <p:cNvPr id="21" name="Text 19"/>
          <p:cNvSpPr/>
          <p:nvPr/>
        </p:nvSpPr>
        <p:spPr>
          <a:xfrm>
            <a:off x="9194292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94292" y="2359152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run_query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94292" y="2761488"/>
            <a:ext cx="2071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SELECT and returns the rows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E8F1F0"/>
          </a:solidFill>
          <a:ln w="12700">
            <a:solidFill>
              <a:srgbClr val="CFE0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16052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it up this way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05840" y="452628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has never seen the database can list the tables, check the columns, and then write a query that actually fits it. The server never has to guess what the model wants, and the model never has to be told the schema in advance.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makes the same four tools work on a database nobody wrote code for.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database is a config change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 new database does not mean new code. It means one more line in config.yaml.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92240" cy="2651760"/>
          </a:xfrm>
          <a:prstGeom prst="roundRect">
            <a:avLst>
              <a:gd name="adj" fmla="val 2069"/>
            </a:avLst>
          </a:prstGeom>
          <a:solidFill>
            <a:srgbClr val="1A1D2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config.yaml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data_sources: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test_db:   </a:t>
            </a:r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E8C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"sqlite:///synthetic.db"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reporting: </a:t>
            </a:r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E8C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"postgresql://user@host/db"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analytics: </a:t>
            </a:r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E8C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"mysql://user@host/db"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43800" y="1783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handles the differences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43800" y="2194560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MySQL and SQLite each describe their own tables differently underneath. SQLAlchemy already smooths that out, so the same four tools work on all of them.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separate driver for each database would have meant new code for every customer.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DF3E7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8006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have to be careful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512064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SQLite so far. Postgres and MySQL should behave the same way through SQLAlchemy, but I have not run it against a live one yet, so that part is reasoning rather than proof.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fits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touches the database. Everything goes through the server.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600200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160020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client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94760" y="160020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Inspector, Claude Desktop, or anything that speaks MCP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32520" y="1600200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over stdio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6280" y="24734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715768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2715768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2715768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tools. Checks every query before it runs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32520" y="2715768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gatekeeper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35890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3831336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831336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SQLAlchemy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3831336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for whichever database is configured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32520" y="3831336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per source, reused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47045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71600" y="4946904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1A1D21"/>
          </a:solidFill>
          <a:ln w="12700">
            <a:solidFill>
              <a:srgbClr val="1A1D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4946904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database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94760" y="4946904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config.yaml points 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32520" y="4946904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finding your way around a database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this database is hardcoded anywhere. The model works it out using the first three tools.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766560" cy="4160520"/>
          </a:xfrm>
          <a:prstGeom prst="roundRect">
            <a:avLst>
              <a:gd name="adj" fmla="val 1319"/>
            </a:avLst>
          </a:prstGeom>
          <a:solidFill>
            <a:srgbClr val="EDEEEB"/>
          </a:solidFill>
          <a:ln w="12700">
            <a:solidFill>
              <a:srgbClr val="DCD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3832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Inspector, showing list_tables and describe_table results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0" y="22860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39328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list_tables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39328" y="25603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back with people and comms_metadata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34290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39328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describe_table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39328" y="37033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back with the columns and their types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4553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can query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48463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enough to write SQL that fits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asking a question, and being told 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EDEEEB"/>
          </a:solidFill>
          <a:ln w="12700">
            <a:solidFill>
              <a:srgbClr val="DCDE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run_query with SELECT * FROM people ]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34930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question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8039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 runs, the rows come back, capped at 25 by default.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23444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EDEEEB"/>
          </a:solidFill>
          <a:ln w="12700">
            <a:solidFill>
              <a:srgbClr val="DCDE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run_query with DROP TABLE people 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72200" y="34930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writes is refused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38039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never reaches the database at all.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7091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only a single read-only SELECT statement is allowed.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05840" y="51206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answer comes back for DROP, DELETE, UPDATE, INSERT, and for hiding a second statement after a SELECT.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 that keep it safe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4E0"/>
            </a:solidFill>
            <a:prstDash val="solid"/>
          </a:ln>
          <a:effectLst>
            <a:outerShdw sx="100000" sy="100000" kx="0" ky="0" algn="bl" rotWithShape="0" blurRad="76200" dist="12700" dir="5400000">
              <a:srgbClr val="C9CCC7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Parse, do not guess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2140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goes through a parser first. It only runs if there is exactly one statement and that statement is a SELECT.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4400" y="3310128"/>
            <a:ext cx="502920" cy="18288"/>
          </a:xfrm>
          <a:prstGeom prst="rect">
            <a:avLst/>
          </a:prstGeom>
          <a:solidFill>
            <a:srgbClr val="DDE0D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564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that the text starts with "select" would let SELECT 1; DROP TABLE people straight through.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4E0"/>
            </a:solidFill>
            <a:prstDash val="solid"/>
          </a:ln>
          <a:effectLst>
            <a:outerShdw sx="100000" sy="100000" kx="0" ky="0" algn="bl" rotWithShape="0" blurRad="76200" dist="12700" dir="5400000">
              <a:srgbClr val="C9CCC7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463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 is mine, not theirs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212140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query gets wrapped in another SELECT with the row limit applied on the outside.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3310128"/>
            <a:ext cx="502920" cy="18288"/>
          </a:xfrm>
          <a:prstGeom prst="rect">
            <a:avLst/>
          </a:prstGeom>
          <a:solidFill>
            <a:srgbClr val="DDE0DC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4564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caller cannot widen it by writing their own LIMIT, or by asking for a huge number.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23444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4E0"/>
            </a:solidFill>
            <a:prstDash val="solid"/>
          </a:ln>
          <a:effectLst>
            <a:outerShdw sx="100000" sy="100000" kx="0" ky="0" algn="bl" rotWithShape="0" blurRad="76200" dist="12700" dir="5400000">
              <a:srgbClr val="C9CCC7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1463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question, not the answer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12140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written to the log for the record. The rows that come back never are.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0" y="3310128"/>
            <a:ext cx="502920" cy="18288"/>
          </a:xfrm>
          <a:prstGeom prst="rect">
            <a:avLst/>
          </a:prstGeom>
          <a:solidFill>
            <a:srgbClr val="DDE0D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34564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results would quietly turn the log file into a second copy of the database.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strings live in config.yaml and nowhere else. Nothing is hardcoded, and .env is in .gitignore.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DF3E7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358384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missing: a read-only database account. Right now writes are blocked by the code alone, which is one parser mistake away from failing.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000" dirty="0"/>
          </a:p>
        </p:txBody>
      </p:sp>
      <p:pic>
        <p:nvPicPr>
          <p:cNvPr id="3" name="Image 0" descr="/tmp/test_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5669280" cy="4882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20840" y="1371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checks, run with one command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720840" y="187452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four tools returns what it should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and row limits behave correctly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database name gives a clear error instead of crashing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different ways of writing to the database are all blocked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count confirms nothing was actually deleted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720840" y="4617720"/>
            <a:ext cx="4800600" cy="1463040"/>
          </a:xfrm>
          <a:prstGeom prst="roundRect">
            <a:avLst>
              <a:gd name="adj" fmla="val 3750"/>
            </a:avLst>
          </a:prstGeom>
          <a:solidFill>
            <a:srgbClr val="E8F1F0"/>
          </a:solidFill>
          <a:ln w="12700">
            <a:solidFill>
              <a:srgbClr val="CFE0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4800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invented data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95160" y="510235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database has the same shape as a real people-and-messages table, but there are no real records in it. None of this needed live data to build or demo.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2344400" cy="7040880"/>
          </a:xfrm>
          <a:prstGeom prst="rect">
            <a:avLst/>
          </a:prstGeom>
          <a:solidFill>
            <a:srgbClr val="1A1D21"/>
          </a:solidFill>
          <a:ln w="12700">
            <a:solidFill>
              <a:srgbClr val="1A1D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left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98448" y="14904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against a live Postgres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7830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claim I am reasoning about rather than showing. Closing it turns the idea into a demo.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98448" y="28163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read-only database account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31089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a mistake in my parsing still could not change anything.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98448" y="41422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timeouts, and SQL Server syntax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44348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is not universal, and a slow query can sit there holding a connection open.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1508760"/>
            <a:ext cx="4572000" cy="3977640"/>
          </a:xfrm>
          <a:prstGeom prst="roundRect">
            <a:avLst>
              <a:gd name="adj" fmla="val 1839"/>
            </a:avLst>
          </a:prstGeom>
          <a:solidFill>
            <a:srgbClr val="22262B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69480" y="2212848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Bunyan meant to connect to this?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does not have webhooks. A client either speaks MCP or it does not.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Bunyan has an MCP client built in, this needs a network transport and a token. If webhook meant something else, that is a different build.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not want to guess and build the wrong one, so this is the first thing worth settling.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repo, README and technical write-up are ready to hand over.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Server for SQL Databases</dc:title>
  <dc:subject>PptxGenJS Presentation</dc:subject>
  <dc:creator>Tayseer Abdeljaber</dc:creator>
  <cp:lastModifiedBy>Tayseer Abdeljaber</cp:lastModifiedBy>
  <cp:revision>1</cp:revision>
  <dcterms:created xsi:type="dcterms:W3CDTF">2026-08-15T21:30:03Z</dcterms:created>
  <dcterms:modified xsi:type="dcterms:W3CDTF">2026-08-15T21:30:03Z</dcterms:modified>
</cp:coreProperties>
</file>